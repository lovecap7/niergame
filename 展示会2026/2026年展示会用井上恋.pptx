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94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A93"/>
    <a:srgbClr val="EA6194"/>
    <a:srgbClr val="EF858C"/>
    <a:srgbClr val="FEEBB5"/>
    <a:srgbClr val="71AADC"/>
    <a:srgbClr val="4DA5DD"/>
    <a:srgbClr val="FEDE84"/>
    <a:srgbClr val="777777"/>
    <a:srgbClr val="FDE09A"/>
    <a:srgbClr val="F8E8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F78A71-FBC7-9D7B-12D5-8C60A0903C4D}" v="77" dt="2026-01-26T02:16:37.1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井上　恋" userId="S::fko2447025@stu.o-hara.ac.jp::b4300c38-50c9-4a87-826e-e10bbf137972" providerId="AD" clId="Web-{42F78A71-FBC7-9D7B-12D5-8C60A0903C4D}"/>
    <pc:docChg chg="addSld delSld modSld">
      <pc:chgData name="井上　恋" userId="S::fko2447025@stu.o-hara.ac.jp::b4300c38-50c9-4a87-826e-e10bbf137972" providerId="AD" clId="Web-{42F78A71-FBC7-9D7B-12D5-8C60A0903C4D}" dt="2026-01-26T02:16:36.959" v="55"/>
      <pc:docMkLst>
        <pc:docMk/>
      </pc:docMkLst>
      <pc:sldChg chg="add del">
        <pc:chgData name="井上　恋" userId="S::fko2447025@stu.o-hara.ac.jp::b4300c38-50c9-4a87-826e-e10bbf137972" providerId="AD" clId="Web-{42F78A71-FBC7-9D7B-12D5-8C60A0903C4D}" dt="2026-01-26T02:16:36.287" v="54"/>
        <pc:sldMkLst>
          <pc:docMk/>
          <pc:sldMk cId="2608324251" sldId="265"/>
        </pc:sldMkLst>
      </pc:sldChg>
      <pc:sldChg chg="add del">
        <pc:chgData name="井上　恋" userId="S::fko2447025@stu.o-hara.ac.jp::b4300c38-50c9-4a87-826e-e10bbf137972" providerId="AD" clId="Web-{42F78A71-FBC7-9D7B-12D5-8C60A0903C4D}" dt="2026-01-26T02:16:32.849" v="47"/>
        <pc:sldMkLst>
          <pc:docMk/>
          <pc:sldMk cId="3937845002" sldId="266"/>
        </pc:sldMkLst>
      </pc:sldChg>
      <pc:sldChg chg="add del">
        <pc:chgData name="井上　恋" userId="S::fko2447025@stu.o-hara.ac.jp::b4300c38-50c9-4a87-826e-e10bbf137972" providerId="AD" clId="Web-{42F78A71-FBC7-9D7B-12D5-8C60A0903C4D}" dt="2026-01-26T02:16:32.396" v="46"/>
        <pc:sldMkLst>
          <pc:docMk/>
          <pc:sldMk cId="1025751474" sldId="273"/>
        </pc:sldMkLst>
      </pc:sldChg>
      <pc:sldChg chg="add del">
        <pc:chgData name="井上　恋" userId="S::fko2447025@stu.o-hara.ac.jp::b4300c38-50c9-4a87-826e-e10bbf137972" providerId="AD" clId="Web-{42F78A71-FBC7-9D7B-12D5-8C60A0903C4D}" dt="2026-01-26T02:16:31.458" v="44"/>
        <pc:sldMkLst>
          <pc:docMk/>
          <pc:sldMk cId="3951316569" sldId="274"/>
        </pc:sldMkLst>
      </pc:sldChg>
      <pc:sldChg chg="add del">
        <pc:chgData name="井上　恋" userId="S::fko2447025@stu.o-hara.ac.jp::b4300c38-50c9-4a87-826e-e10bbf137972" providerId="AD" clId="Web-{42F78A71-FBC7-9D7B-12D5-8C60A0903C4D}" dt="2026-01-26T02:16:33.318" v="48"/>
        <pc:sldMkLst>
          <pc:docMk/>
          <pc:sldMk cId="3363795538" sldId="281"/>
        </pc:sldMkLst>
      </pc:sldChg>
      <pc:sldChg chg="add del">
        <pc:chgData name="井上　恋" userId="S::fko2447025@stu.o-hara.ac.jp::b4300c38-50c9-4a87-826e-e10bbf137972" providerId="AD" clId="Web-{42F78A71-FBC7-9D7B-12D5-8C60A0903C4D}" dt="2026-01-26T02:16:30.958" v="43"/>
        <pc:sldMkLst>
          <pc:docMk/>
          <pc:sldMk cId="2408197289" sldId="282"/>
        </pc:sldMkLst>
      </pc:sldChg>
      <pc:sldChg chg="add del">
        <pc:chgData name="井上　恋" userId="S::fko2447025@stu.o-hara.ac.jp::b4300c38-50c9-4a87-826e-e10bbf137972" providerId="AD" clId="Web-{42F78A71-FBC7-9D7B-12D5-8C60A0903C4D}" dt="2026-01-26T02:16:30.474" v="42"/>
        <pc:sldMkLst>
          <pc:docMk/>
          <pc:sldMk cId="2738326903" sldId="283"/>
        </pc:sldMkLst>
      </pc:sldChg>
      <pc:sldChg chg="add del">
        <pc:chgData name="井上　恋" userId="S::fko2447025@stu.o-hara.ac.jp::b4300c38-50c9-4a87-826e-e10bbf137972" providerId="AD" clId="Web-{42F78A71-FBC7-9D7B-12D5-8C60A0903C4D}" dt="2026-01-26T02:16:29.864" v="41"/>
        <pc:sldMkLst>
          <pc:docMk/>
          <pc:sldMk cId="1896203460" sldId="284"/>
        </pc:sldMkLst>
      </pc:sldChg>
      <pc:sldChg chg="add del">
        <pc:chgData name="井上　恋" userId="S::fko2447025@stu.o-hara.ac.jp::b4300c38-50c9-4a87-826e-e10bbf137972" providerId="AD" clId="Web-{42F78A71-FBC7-9D7B-12D5-8C60A0903C4D}" dt="2026-01-26T02:16:31.927" v="45"/>
        <pc:sldMkLst>
          <pc:docMk/>
          <pc:sldMk cId="3260024159" sldId="285"/>
        </pc:sldMkLst>
      </pc:sldChg>
      <pc:sldChg chg="add del">
        <pc:chgData name="井上　恋" userId="S::fko2447025@stu.o-hara.ac.jp::b4300c38-50c9-4a87-826e-e10bbf137972" providerId="AD" clId="Web-{42F78A71-FBC7-9D7B-12D5-8C60A0903C4D}" dt="2026-01-26T02:16:35.802" v="53"/>
        <pc:sldMkLst>
          <pc:docMk/>
          <pc:sldMk cId="1658242685" sldId="287"/>
        </pc:sldMkLst>
      </pc:sldChg>
      <pc:sldChg chg="modSp">
        <pc:chgData name="井上　恋" userId="S::fko2447025@stu.o-hara.ac.jp::b4300c38-50c9-4a87-826e-e10bbf137972" providerId="AD" clId="Web-{42F78A71-FBC7-9D7B-12D5-8C60A0903C4D}" dt="2026-01-26T02:16:29.833" v="40" actId="20577"/>
        <pc:sldMkLst>
          <pc:docMk/>
          <pc:sldMk cId="1963322339" sldId="294"/>
        </pc:sldMkLst>
        <pc:spChg chg="mod">
          <ac:chgData name="井上　恋" userId="S::fko2447025@stu.o-hara.ac.jp::b4300c38-50c9-4a87-826e-e10bbf137972" providerId="AD" clId="Web-{42F78A71-FBC7-9D7B-12D5-8C60A0903C4D}" dt="2026-01-26T02:16:29.630" v="36" actId="20577"/>
          <ac:spMkLst>
            <pc:docMk/>
            <pc:sldMk cId="1963322339" sldId="294"/>
            <ac:spMk id="4" creationId="{00000000-0000-0000-0000-000000000000}"/>
          </ac:spMkLst>
        </pc:spChg>
        <pc:spChg chg="mod">
          <ac:chgData name="井上　恋" userId="S::fko2447025@stu.o-hara.ac.jp::b4300c38-50c9-4a87-826e-e10bbf137972" providerId="AD" clId="Web-{42F78A71-FBC7-9D7B-12D5-8C60A0903C4D}" dt="2026-01-26T02:16:29.833" v="40" actId="20577"/>
          <ac:spMkLst>
            <pc:docMk/>
            <pc:sldMk cId="1963322339" sldId="294"/>
            <ac:spMk id="9" creationId="{00000000-0000-0000-0000-000000000000}"/>
          </ac:spMkLst>
        </pc:spChg>
      </pc:sldChg>
      <pc:sldChg chg="add del">
        <pc:chgData name="井上　恋" userId="S::fko2447025@stu.o-hara.ac.jp::b4300c38-50c9-4a87-826e-e10bbf137972" providerId="AD" clId="Web-{42F78A71-FBC7-9D7B-12D5-8C60A0903C4D}" dt="2026-01-26T02:16:35.271" v="52"/>
        <pc:sldMkLst>
          <pc:docMk/>
          <pc:sldMk cId="3649209002" sldId="296"/>
        </pc:sldMkLst>
      </pc:sldChg>
      <pc:sldChg chg="add del">
        <pc:chgData name="井上　恋" userId="S::fko2447025@stu.o-hara.ac.jp::b4300c38-50c9-4a87-826e-e10bbf137972" providerId="AD" clId="Web-{42F78A71-FBC7-9D7B-12D5-8C60A0903C4D}" dt="2026-01-26T02:16:34.740" v="51"/>
        <pc:sldMkLst>
          <pc:docMk/>
          <pc:sldMk cId="959650219" sldId="297"/>
        </pc:sldMkLst>
      </pc:sldChg>
      <pc:sldChg chg="add del">
        <pc:chgData name="井上　恋" userId="S::fko2447025@stu.o-hara.ac.jp::b4300c38-50c9-4a87-826e-e10bbf137972" providerId="AD" clId="Web-{42F78A71-FBC7-9D7B-12D5-8C60A0903C4D}" dt="2026-01-26T02:16:34.255" v="50"/>
        <pc:sldMkLst>
          <pc:docMk/>
          <pc:sldMk cId="1667745417" sldId="298"/>
        </pc:sldMkLst>
      </pc:sldChg>
      <pc:sldChg chg="add del">
        <pc:chgData name="井上　恋" userId="S::fko2447025@stu.o-hara.ac.jp::b4300c38-50c9-4a87-826e-e10bbf137972" providerId="AD" clId="Web-{42F78A71-FBC7-9D7B-12D5-8C60A0903C4D}" dt="2026-01-26T02:16:33.755" v="49"/>
        <pc:sldMkLst>
          <pc:docMk/>
          <pc:sldMk cId="3539978321" sldId="299"/>
        </pc:sldMkLst>
      </pc:sldChg>
      <pc:sldChg chg="add del">
        <pc:chgData name="井上　恋" userId="S::fko2447025@stu.o-hara.ac.jp::b4300c38-50c9-4a87-826e-e10bbf137972" providerId="AD" clId="Web-{42F78A71-FBC7-9D7B-12D5-8C60A0903C4D}" dt="2026-01-26T02:16:36.959" v="55"/>
        <pc:sldMkLst>
          <pc:docMk/>
          <pc:sldMk cId="3000548912" sldId="30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8F923D-5D06-4364-8DAB-C0F9132149B8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CDD72C-2BDF-4991-A649-5C1F0B55C1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123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/>
              <a:t>　姓名の間は、半角スペース！中央配置が理想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CDD72C-2BDF-4991-A649-5C1F0B55C1F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8194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2A35D-6E50-428D-AB3E-CCB13097CFB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6567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2A35D-6E50-428D-AB3E-CCB13097CFB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9594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2A35D-6E50-428D-AB3E-CCB13097CFB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6517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2A35D-6E50-428D-AB3E-CCB13097CFB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93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2A35D-6E50-428D-AB3E-CCB13097CFB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7098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2A35D-6E50-428D-AB3E-CCB13097CFB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6318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2A35D-6E50-428D-AB3E-CCB13097CFB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3570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2A35D-6E50-428D-AB3E-CCB13097CFB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3614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2A35D-6E50-428D-AB3E-CCB13097CFB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0754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2A35D-6E50-428D-AB3E-CCB13097CFB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1090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2A35D-6E50-428D-AB3E-CCB13097CFB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1282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E2A35D-6E50-428D-AB3E-CCB13097CFB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5272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148590" y="114708"/>
            <a:ext cx="2743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27</a:t>
            </a:r>
            <a:r>
              <a:rPr lang="ja-JP" altLang="en-US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卒</a:t>
            </a:r>
            <a:endParaRPr kumimoji="1" lang="ja-JP" altLang="en-US" sz="8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403904" y="3429000"/>
            <a:ext cx="8474736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ja-JP" altLang="en-US" sz="4400" b="1" spc="600" dirty="0">
                <a:solidFill>
                  <a:schemeClr val="bg1"/>
                </a:solidFill>
                <a:latin typeface="メイリオ"/>
                <a:ea typeface="メイリオ"/>
              </a:rPr>
              <a:t>いのうえ　　　れん</a:t>
            </a:r>
            <a:endParaRPr kumimoji="1" lang="ja-JP" altLang="en-US" sz="4400" b="1" spc="600" dirty="0">
              <a:solidFill>
                <a:schemeClr val="bg1"/>
              </a:solidFill>
              <a:latin typeface="メイリオ"/>
              <a:ea typeface="メイリオ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708910" y="268595"/>
            <a:ext cx="18173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r>
              <a:rPr lang="ja-JP" altLang="en-US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endParaRPr kumimoji="1" lang="ja-JP" altLang="en-US" sz="6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890097" y="4183912"/>
            <a:ext cx="9927222" cy="221599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ja-JP" altLang="en-US" sz="13800" b="1" dirty="0">
                <a:solidFill>
                  <a:schemeClr val="bg1"/>
                </a:solidFill>
                <a:latin typeface="メイリオ"/>
                <a:ea typeface="メイリオ"/>
              </a:rPr>
              <a:t>井上  恋</a:t>
            </a:r>
            <a:endParaRPr kumimoji="1" lang="ja-JP" altLang="en-US" sz="13800" b="1" dirty="0">
              <a:solidFill>
                <a:schemeClr val="bg1"/>
              </a:solidFill>
              <a:latin typeface="メイリオ"/>
              <a:ea typeface="メイリオ"/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711885" y="1636707"/>
            <a:ext cx="108939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600" b="1" spc="-300">
                <a:solidFill>
                  <a:srgbClr val="71AAD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ゲームプログラマー</a:t>
            </a:r>
          </a:p>
        </p:txBody>
      </p:sp>
    </p:spTree>
    <p:extLst>
      <p:ext uri="{BB962C8B-B14F-4D97-AF65-F5344CB8AC3E}">
        <p14:creationId xmlns:p14="http://schemas.microsoft.com/office/powerpoint/2010/main" val="1963322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4574505-c322-4981-8ebb-5d25af8d4de8" xsi:nil="true"/>
    <lcf76f155ced4ddcb4097134ff3c332f xmlns="098a3c11-7ac2-46ba-89ce-8b2d5c9f76f8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9C7952A5A25B2543AB99BC9B879A46ED" ma:contentTypeVersion="13" ma:contentTypeDescription="新しいドキュメントを作成します。" ma:contentTypeScope="" ma:versionID="fcd2d16037773d4f0820201a377ec3b5">
  <xsd:schema xmlns:xsd="http://www.w3.org/2001/XMLSchema" xmlns:xs="http://www.w3.org/2001/XMLSchema" xmlns:p="http://schemas.microsoft.com/office/2006/metadata/properties" xmlns:ns2="098a3c11-7ac2-46ba-89ce-8b2d5c9f76f8" xmlns:ns3="04574505-c322-4981-8ebb-5d25af8d4de8" targetNamespace="http://schemas.microsoft.com/office/2006/metadata/properties" ma:root="true" ma:fieldsID="e3b96b92a3276d52e4aef8683acc6f58" ns2:_="" ns3:_="">
    <xsd:import namespace="098a3c11-7ac2-46ba-89ce-8b2d5c9f76f8"/>
    <xsd:import namespace="04574505-c322-4981-8ebb-5d25af8d4d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8a3c11-7ac2-46ba-89ce-8b2d5c9f76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c7b788f1-635f-435b-a825-11a9aec0b6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574505-c322-4981-8ebb-5d25af8d4de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44953b2-95a8-4edc-80ea-e32e032fc8ac}" ma:internalName="TaxCatchAll" ma:showField="CatchAllData" ma:web="04574505-c322-4981-8ebb-5d25af8d4d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A980775-8E62-4B38-B8CC-76E0047B87D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7076C90-A5BD-423D-8149-F08F7F4C21D9}">
  <ds:schemaRefs>
    <ds:schemaRef ds:uri="04574505-c322-4981-8ebb-5d25af8d4de8"/>
    <ds:schemaRef ds:uri="098a3c11-7ac2-46ba-89ce-8b2d5c9f76f8"/>
    <ds:schemaRef ds:uri="623c1f4e-13ae-46f4-94ff-76f6b79c6399"/>
    <ds:schemaRef ds:uri="8f9db590-ec8a-4a7b-bfda-d3307d2d00e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E00508A-8798-408F-8B83-2C14AE817DA0}">
  <ds:schemaRefs>
    <ds:schemaRef ds:uri="04574505-c322-4981-8ebb-5d25af8d4de8"/>
    <ds:schemaRef ds:uri="098a3c11-7ac2-46ba-89ce-8b2d5c9f76f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Microsoft Office PowerPoint</Application>
  <PresentationFormat>ワイド画面</PresentationFormat>
  <Paragraphs>7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メイリオ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泉 政俊</dc:creator>
  <cp:lastModifiedBy>井上　恋</cp:lastModifiedBy>
  <cp:revision>2</cp:revision>
  <dcterms:created xsi:type="dcterms:W3CDTF">2024-09-09T02:43:12Z</dcterms:created>
  <dcterms:modified xsi:type="dcterms:W3CDTF">2026-01-26T02:19:20Z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0x0101009C7952A5A25B2543AB99BC9B879A46ED</vt:lpwstr>
  </property>
  <property fmtid="{D5CDD505-2E9C-101B-9397-08002B2CF9AE}" pid="3" name="MediaServiceImageTags">
    <vt:lpwstr/>
  </property>
</Properties>
</file>